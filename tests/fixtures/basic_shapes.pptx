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>
  <p:sldMasterIdLst/>
  <p:sldIdLst>
    <p:sldId id="256" r:id="rId1"/>
  </p:sldIdLst>
  <p:sldSz cx="9144000" cy="6858000" type="screen4x3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</Relationships>
</file>

<file path=ppt/slides/_rels/slide1.xml.rels><?xml version="1.0" encoding="UTF-8" standalone="yes"?>
<Relationships xmlns="http://schemas.openxmlformats.org/package/2006/relationships"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!-- Blue rectangle -->
      <p:sp>
        <p:nvSpPr>
          <p:cNvPr id="2" name="Rectangle 1"/>
          <p:cNvSpPr/>
          <p:nvPr/>
        </p:nvSpPr>
        <p:spPr>
          <a:xfrm>
            <a:off x="914400" y="914400"/>
            <a:ext cx="2743200" cy="1828800"/>
          </a:xfrm>
          <a:prstGeom prst="rect">
            <a:avLst/>
          </a:prstGeom>
          <a:solidFill>
            <a:srgbClr val="4472C4"/>
          </a:solidFill>
          <a:ln w="25400">
            <a:solidFill>
              <a:srgbClr val="2F528F"/>
            </a:solidFill>
          </a:ln>
        </p:spPr>
        <p:txBody>
          <a:bodyPr/>
          <a:lstStyle/>
          <a:p>
            <a:endParaRPr lang="en-US"/>
          </a:p>
        </p:txBody>
      </p:sp>
      <!-- Red-outlined ellipse -->
      <p:sp>
        <p:nvSpPr>
          <p:cNvPr id="3" name="Ellipse 1"/>
          <p:cNvSpPr/>
          <p:nvPr/>
        </p:nvSpPr>
        <p:spPr>
          <a:xfrm>
            <a:off x="4572000" y="914400"/>
            <a:ext cx="1828800" cy="1828800"/>
          </a:xfrm>
          <a:prstGeom prst="ellipse">
            <a:avLst/>
          </a:prstGeom>
          <a:solidFill>
            <a:srgbClr val="FFC000"/>
          </a:solidFill>
          <a:ln w="38100">
            <a:solidFill>
              <a:srgbClr val="FF0000"/>
            </a:solidFill>
          </a:ln>
        </p:spPr>
        <p:txBody>
          <a:bodyPr/>
          <a:lstStyle/>
          <a:p>
            <a:endParaRPr lang="en-US"/>
          </a:p>
        </p:txBody>
      </p:sp>
      <!-- Text box with "Hello PPTX" -->
      <p:sp>
        <p:nvSpPr>
          <p:cNvPr id="4" name="TextBox 1"/>
          <p:cNvSpPr txBox="1"/>
          <p:nvPr/>
        </p:nvSpPr>
        <p:spPr>
          <a:xfrm>
            <a:off x="914400" y="4114800"/>
            <a:ext cx="7315200" cy="914400"/>
          </a:xfrm>
          <a:prstGeom prst="rect">
            <a:avLst/>
          </a:prstGeom>
          <a:solidFill>
            <a:srgbClr val="F2F2F2"/>
          </a:solidFill>
          <a:ln w="12700">
            <a:solidFill>
              <a:srgbClr val="BFBFBF"/>
            </a:solidFill>
          </a:ln>
        </p:spPr>
        <p:txBody>
          <a:bodyPr wrap="square" rtlCol="0"/>
          <a:lstStyle/>
          <a:p>
            <a:pPr algn="ctr"/>
            <a:r>
              <a:rPr lang="en-US" sz="3600" b="1">
                <a:solidFill>
                  <a:srgbClr val="C00000"/>
                </a:solidFill>
                <a:latin typeface="Arial"/>
              </a:rPr>
              <a:t>Hello PPTX</a:t>
            </a:r>
          </a:p>
        </p:txBody>
      </p:sp>
    </p:spTree>
  </p:cSld>
</p:sld>
</file>